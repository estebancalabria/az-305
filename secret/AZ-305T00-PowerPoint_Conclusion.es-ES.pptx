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9" r:id="rId1"/>
  </p:sldMasterIdLst>
  <p:notesMasterIdLst>
    <p:notesMasterId r:id="rId5"/>
  </p:notesMasterIdLst>
  <p:handoutMasterIdLst>
    <p:handoutMasterId r:id="rId6"/>
  </p:handoutMasterIdLst>
  <p:sldIdLst>
    <p:sldId id="2147479705" r:id="rId2"/>
    <p:sldId id="2147479654" r:id="rId3"/>
    <p:sldId id="2147479706" r:id="rId4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clusion section" id="{2C0AA42D-E78E-478E-ACFA-B03EAC236D8E}">
          <p14:sldIdLst>
            <p14:sldId id="2147479705"/>
            <p14:sldId id="2147479654"/>
            <p14:sldId id="2147479706"/>
          </p14:sldIdLst>
        </p14:section>
      </p14:sectionLst>
    </p:ex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4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361" autoAdjust="0"/>
    <p:restoredTop sz="94964" autoAdjust="0"/>
  </p:normalViewPr>
  <p:slideViewPr>
    <p:cSldViewPr snapToGrid="0" showGuides="1">
      <p:cViewPr varScale="1">
        <p:scale>
          <a:sx n="118" d="100"/>
          <a:sy n="118" d="100"/>
        </p:scale>
        <p:origin x="1382" y="86"/>
      </p:cViewPr>
      <p:guideLst>
        <p:guide pos="4200"/>
        <p:guide orient="horz" pos="2160"/>
        <p:guide pos="5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1" d="100"/>
          <a:sy n="91" d="100"/>
        </p:scale>
        <p:origin x="3672" y="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itchFamily="34" charset="0"/>
              </a:rPr>
              <a:t>9/17/2025 2:57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8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6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97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_Learn-with Head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14D4A-3D84-63D4-621C-F0146E953C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9BD062-242B-7C76-C2DD-D8D8F7B47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6596763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BF645-8BE6-5B03-B961-A0DA9DC3CD0C}"/>
              </a:ext>
            </a:extLst>
          </p:cNvPr>
          <p:cNvSpPr txBox="1"/>
          <p:nvPr userDrawn="1"/>
        </p:nvSpPr>
        <p:spPr>
          <a:xfrm>
            <a:off x="727969" y="6272784"/>
            <a:ext cx="4768437" cy="1693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1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3147714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6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0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 flipH="1"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 flipH="1"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 flipH="1"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 flipH="1"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 flipH="1"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 flipH="1"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 flipH="1"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 flipH="1"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 flipH="1"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 flipH="1"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2AEF13-2FB1-7DD0-C9DA-9C476A630412}"/>
              </a:ext>
            </a:extLst>
          </p:cNvPr>
          <p:cNvSpPr txBox="1"/>
          <p:nvPr userDrawn="1"/>
        </p:nvSpPr>
        <p:spPr>
          <a:xfrm>
            <a:off x="727969" y="6272784"/>
            <a:ext cx="4768437" cy="1693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1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84" r:id="rId1"/>
    <p:sldLayoutId id="2147484903" r:id="rId2"/>
    <p:sldLayoutId id="2147484918" r:id="rId3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Segoe UI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learn.microsoft.com/training/courses/browse" TargetMode="Externa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912" y="2221706"/>
            <a:ext cx="4849813" cy="2438400"/>
          </a:xfrm>
        </p:spPr>
        <p:txBody>
          <a:bodyPr/>
          <a:lstStyle/>
          <a:p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AZ-305T00A</a:t>
            </a:r>
            <a:br>
              <a:rPr sz="4000" dirty="0"/>
            </a:br>
            <a:r>
              <a:rPr lang="es-ES" sz="40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Diseño de soluciones de infraestructura de Microsoft Azure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8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216"/>
            <a:ext cx="10430257" cy="426720"/>
          </a:xfrm>
        </p:spPr>
        <p:txBody>
          <a:bodyPr/>
          <a:lstStyle/>
          <a:p>
            <a:r>
              <a:rPr lang="es-ES" sz="28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Gracias por asistir a este curso.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5217" y="1073388"/>
            <a:ext cx="11031840" cy="39624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s-ES" sz="2000" b="0" i="0" strike="noStrike" cap="none" baseline="0" dirty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Algunos recordatorios.</a:t>
            </a: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BB8CD774-E161-61A8-A522-D1535573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7" y="2121365"/>
            <a:ext cx="336985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sp>
        <p:nvSpPr>
          <p:cNvPr id="7" name="Rounded Rectangle 3_1">
            <a:extLst>
              <a:ext uri="{FF2B5EF4-FFF2-40B4-BE49-F238E27FC236}">
                <a16:creationId xmlns:a16="http://schemas.microsoft.com/office/drawing/2014/main" id="{6EF7A416-217B-B74D-2A37-73B81E903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4692" y="2121365"/>
            <a:ext cx="3349242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AB37A0EA-578B-84A5-AE07-644384EA1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68435" y="2121365"/>
            <a:ext cx="3331428" cy="2912532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defTabSz="932742">
              <a:spcBef>
                <a:spcPct val="20000"/>
              </a:spcBef>
              <a:buSzPct val="90000"/>
            </a:pPr>
            <a:endParaRPr lang="en-IN" sz="1400">
              <a:solidFill>
                <a:srgbClr val="000000"/>
              </a:solidFill>
              <a:latin typeface="Segoe UI Semibold"/>
              <a:cs typeface="Segoe UI" pitchFamily="34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A316BF9-C4B9-DD49-36CE-1D11F0D1172A}"/>
              </a:ext>
            </a:extLst>
          </p:cNvPr>
          <p:cNvSpPr txBox="1"/>
          <p:nvPr/>
        </p:nvSpPr>
        <p:spPr bwMode="auto">
          <a:xfrm>
            <a:off x="592138" y="3006858"/>
            <a:ext cx="335036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Celebra tus </a:t>
            </a:r>
            <a:br>
              <a:rPr sz="2000"/>
            </a:b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nuevas aptitudes.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BCA26C15-2479-3215-DA45-30CA95A86BF1}"/>
              </a:ext>
            </a:extLst>
          </p:cNvPr>
          <p:cNvSpPr txBox="1"/>
          <p:nvPr/>
        </p:nvSpPr>
        <p:spPr bwMode="auto">
          <a:xfrm>
            <a:off x="4404664" y="3006858"/>
            <a:ext cx="335036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Dinos </a:t>
            </a:r>
            <a:br>
              <a:rPr sz="2000"/>
            </a:b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qué tal lo hicimos.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115584E-5D15-89B4-1E8A-3A2B2C2A948E}"/>
              </a:ext>
            </a:extLst>
          </p:cNvPr>
          <p:cNvSpPr txBox="1"/>
          <p:nvPr/>
        </p:nvSpPr>
        <p:spPr bwMode="auto">
          <a:xfrm>
            <a:off x="8289746" y="3006859"/>
            <a:ext cx="3310116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gradFill>
                  <a:gsLst>
                    <a:gs pos="74359">
                      <a:schemeClr val="tx1"/>
                    </a:gs>
                    <a:gs pos="57576">
                      <a:schemeClr val="tx1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Convertirse en </a:t>
            </a:r>
            <a:br>
              <a:rPr sz="2000"/>
            </a:br>
            <a:r>
              <a:rPr lang="es-ES" sz="20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Microsoft Certified.</a:t>
            </a:r>
            <a:endParaRPr kumimoji="0" lang="en-US" sz="2000" b="0" i="0" u="none" strike="noStrike" kern="1200" cap="none" spc="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FDB18E57-06A5-07C5-77E6-7A3931D0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83155" y="3952886"/>
            <a:ext cx="2881942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Canjea tu logro.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Compártelo con nosotros y tu red.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787BEECF-9AA7-29D4-B995-C86E4E84D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888050" y="3952886"/>
            <a:ext cx="2722425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Envíanos tus comentarios.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encuesta se enviará por correo electrónico.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66F9F362-4F2E-D227-CD26-237B46E62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753090" y="3952886"/>
            <a:ext cx="2846772" cy="110524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Explora otros recursos como ayuda para prepararte.</a:t>
            </a:r>
          </a:p>
          <a:p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Programa tu examen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EA0CB41-0E46-734C-4922-03B79C43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34013" y="1570664"/>
            <a:ext cx="1110600" cy="1110600"/>
            <a:chOff x="5540700" y="2116300"/>
            <a:chExt cx="1110600" cy="11106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9FEEDCE-1714-0823-ABDF-9A463BF4414A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2612A22-D03D-EB09-D2F9-46DCD2A71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C3E7F02-D409-47E7-2524-7C278F717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78849" y="1570664"/>
            <a:ext cx="1110600" cy="1110600"/>
            <a:chOff x="9378893" y="2116300"/>
            <a:chExt cx="1110600" cy="11106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EF2EB2C-F39B-78A2-5F62-B5420D61E6B0}"/>
                </a:ext>
              </a:extLst>
            </p:cNvPr>
            <p:cNvSpPr/>
            <p:nvPr/>
          </p:nvSpPr>
          <p:spPr>
            <a:xfrm>
              <a:off x="9378893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2" name="Picture 21" descr="Icon&#10;&#10;Description automatically generated">
              <a:extLst>
                <a:ext uri="{FF2B5EF4-FFF2-40B4-BE49-F238E27FC236}">
                  <a16:creationId xmlns:a16="http://schemas.microsoft.com/office/drawing/2014/main" id="{EEABFC34-76B9-583D-E57A-80FBE6468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7795" y="2325202"/>
              <a:ext cx="692796" cy="692796"/>
            </a:xfrm>
            <a:prstGeom prst="rect">
              <a:avLst/>
            </a:prstGeom>
            <a:noFill/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A420F-4813-DE87-923E-2BAD0B326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714843" y="1570664"/>
            <a:ext cx="1110600" cy="1110600"/>
            <a:chOff x="1742946" y="2116300"/>
            <a:chExt cx="1110600" cy="11106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5204F6C-AFC4-B17E-9CBF-22DC543234BF}"/>
                </a:ext>
              </a:extLst>
            </p:cNvPr>
            <p:cNvSpPr/>
            <p:nvPr/>
          </p:nvSpPr>
          <p:spPr>
            <a:xfrm>
              <a:off x="1742946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ADB37397-7AB9-34FE-DA9D-61EDF50E6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529" y="2335581"/>
              <a:ext cx="613466" cy="613466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97FC6E-23C6-9140-6152-48A2508BD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72653" y="5398285"/>
            <a:ext cx="258084" cy="284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lang="en-US" sz="1846">
                <a:solidFill>
                  <a:srgbClr val="2A446F"/>
                </a:solidFill>
                <a:latin typeface="Segoe UI Symbol"/>
                <a:ea typeface="Segoe UI Symbol"/>
                <a:sym typeface="Segoe UI Symbol"/>
              </a:rPr>
              <a:t>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D91B82-FBFF-2306-8695-498B4BE67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46894" y="5273703"/>
            <a:ext cx="5816349" cy="505968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es-ES" sz="1400" b="0" i="0" strike="noStrike" cap="none" baseline="0">
                <a:solidFill>
                  <a:srgbClr val="1A1A1A"/>
                </a:solidFill>
                <a:effectLst/>
                <a:latin typeface="Segoe UI"/>
                <a:ea typeface="Segoe UI"/>
                <a:cs typeface="Segoe UI"/>
              </a:rPr>
              <a:t>Etiquétanos en redes sociales: </a:t>
            </a:r>
            <a:r>
              <a:rPr lang="es-ES" sz="1400" b="1" i="0" strike="noStrike" cap="none" baseline="0">
                <a:solidFill>
                  <a:srgbClr val="702573"/>
                </a:solidFill>
                <a:effectLst/>
                <a:latin typeface="Segoe UI Semibold"/>
                <a:ea typeface="Segoe UI Semibold"/>
                <a:cs typeface="Segoe UI Semibold"/>
              </a:rPr>
              <a:t>#AlwaysLearning</a:t>
            </a:r>
            <a:endParaRPr lang="en-US" sz="1400">
              <a:solidFill>
                <a:schemeClr val="accent1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32071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58F5-C35D-A291-068D-13C0D658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¿Qué podría ser lo siguiente en tu recorrido de aprendizaje?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74742-B51A-7AB0-5C2C-8C2CFAC7FA4A}"/>
              </a:ext>
            </a:extLst>
          </p:cNvPr>
          <p:cNvSpPr txBox="1"/>
          <p:nvPr/>
        </p:nvSpPr>
        <p:spPr>
          <a:xfrm>
            <a:off x="588262" y="905015"/>
            <a:ext cx="11031840" cy="36576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r>
              <a:rPr lang="es-ES" sz="1800" b="0" i="0" strike="noStrike" cap="none" baseline="0" dirty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Considera una especialización en un área de interés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5365F-14B3-664D-3D84-5D8D2D0B5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6106" y="5350940"/>
            <a:ext cx="258084" cy="28405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400">
              <a:defRPr/>
            </a:pPr>
            <a:r>
              <a:rPr lang="en-US" sz="1846">
                <a:solidFill>
                  <a:srgbClr val="2A446F"/>
                </a:solidFill>
                <a:latin typeface="Segoe UI Symbol"/>
                <a:ea typeface="Segoe UI Symbol"/>
                <a:sym typeface="Segoe UI Symbol"/>
              </a:rPr>
              <a:t>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1A446F-AFEF-F2EB-A32B-CA61EE7C8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90025" y="5226695"/>
            <a:ext cx="9681980" cy="505968"/>
          </a:xfrm>
          <a:prstGeom prst="rect">
            <a:avLst/>
          </a:prstGeom>
          <a:noFill/>
        </p:spPr>
        <p:txBody>
          <a:bodyPr wrap="square" lIns="0" tIns="146304" rIns="182880" bIns="146304" rtlCol="0">
            <a:spAutoFit/>
          </a:bodyPr>
          <a:lstStyle/>
          <a:p>
            <a:pPr defTabSz="914400">
              <a:spcAft>
                <a:spcPts val="800"/>
              </a:spcAft>
              <a:defRPr/>
            </a:pPr>
            <a:r>
              <a:rPr lang="es-ES" sz="1400" b="0" i="0" strike="noStrike" cap="none" baseline="0" dirty="0">
                <a:solidFill>
                  <a:srgbClr val="1A1A1A"/>
                </a:solidFill>
                <a:effectLst/>
                <a:latin typeface="Segoe UI"/>
                <a:ea typeface="Segoe UI"/>
                <a:cs typeface="Segoe UI"/>
              </a:rPr>
              <a:t>Encuentra más información sobre este curso en: </a:t>
            </a:r>
            <a:r>
              <a:rPr lang="es-ES" sz="1400" b="1" i="0" u="sng" strike="noStrike" cap="none" baseline="0" dirty="0">
                <a:solidFill>
                  <a:srgbClr val="2A446F"/>
                </a:solidFill>
                <a:effectLst/>
                <a:uFill>
                  <a:solidFill>
                    <a:srgbClr val="2A446F"/>
                  </a:solidFill>
                </a:uFill>
                <a:latin typeface="Segoe UI Semibold"/>
                <a:ea typeface="Segoe UI Semibold"/>
                <a:cs typeface="Segoe UI Semibold"/>
                <a:hlinkClick r:id="rId3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learn.microsoft.com/training/</a:t>
            </a:r>
            <a:r>
              <a:rPr lang="es-ES" sz="1400" b="1" i="0" u="sng" strike="noStrike" cap="none" baseline="0" dirty="0" err="1">
                <a:solidFill>
                  <a:srgbClr val="2A446F"/>
                </a:solidFill>
                <a:effectLst/>
                <a:uFill>
                  <a:solidFill>
                    <a:srgbClr val="2A446F"/>
                  </a:solidFill>
                </a:uFill>
                <a:latin typeface="Segoe UI Semibold"/>
                <a:ea typeface="Segoe UI Semibold"/>
                <a:cs typeface="Segoe UI Semibold"/>
                <a:hlinkClick r:id="rId3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courses</a:t>
            </a:r>
            <a:r>
              <a:rPr lang="es-ES" sz="1400" b="1" i="0" u="sng" strike="noStrike" cap="none" baseline="0" dirty="0">
                <a:solidFill>
                  <a:srgbClr val="2A446F"/>
                </a:solidFill>
                <a:effectLst/>
                <a:uFill>
                  <a:solidFill>
                    <a:srgbClr val="2A446F"/>
                  </a:solidFill>
                </a:uFill>
                <a:latin typeface="Segoe UI Semibold"/>
                <a:ea typeface="Segoe UI Semibold"/>
                <a:cs typeface="Segoe UI Semibold"/>
                <a:hlinkClick r:id="rId3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s-ES" sz="1400" b="1" i="0" u="sng" strike="noStrike" cap="none" baseline="0" dirty="0" err="1">
                <a:solidFill>
                  <a:srgbClr val="2A446F"/>
                </a:solidFill>
                <a:effectLst/>
                <a:uFill>
                  <a:solidFill>
                    <a:srgbClr val="2A446F"/>
                  </a:solidFill>
                </a:uFill>
                <a:latin typeface="Segoe UI Semibold"/>
                <a:ea typeface="Segoe UI Semibold"/>
                <a:cs typeface="Segoe UI Semibold"/>
                <a:hlinkClick r:id="rId3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browse</a:t>
            </a:r>
            <a:endParaRPr lang="en-US" sz="1400" u="sng" dirty="0">
              <a:solidFill>
                <a:srgbClr val="2A446F"/>
              </a:solidFill>
              <a:latin typeface="Segoe UI Semibold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Screenshot exam AZ-800.">
            <a:extLst>
              <a:ext uri="{FF2B5EF4-FFF2-40B4-BE49-F238E27FC236}">
                <a16:creationId xmlns:a16="http://schemas.microsoft.com/office/drawing/2014/main" id="{D90AC7E5-3020-1FDD-53EF-7D2C74FB9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63" y="1411265"/>
            <a:ext cx="3153215" cy="1905266"/>
          </a:xfrm>
          <a:prstGeom prst="rect">
            <a:avLst/>
          </a:prstGeom>
        </p:spPr>
      </p:pic>
      <p:pic>
        <p:nvPicPr>
          <p:cNvPr id="4" name="Picture 3" descr="Screenshot exam AZ-204.">
            <a:extLst>
              <a:ext uri="{FF2B5EF4-FFF2-40B4-BE49-F238E27FC236}">
                <a16:creationId xmlns:a16="http://schemas.microsoft.com/office/drawing/2014/main" id="{9F2DD978-C505-DC08-BF74-CA5A608A1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62" y="3439966"/>
            <a:ext cx="3162741" cy="1781424"/>
          </a:xfrm>
          <a:prstGeom prst="rect">
            <a:avLst/>
          </a:prstGeom>
        </p:spPr>
      </p:pic>
      <p:pic>
        <p:nvPicPr>
          <p:cNvPr id="6" name="Picture 5" descr="Screenshot exam AZ-700.">
            <a:extLst>
              <a:ext uri="{FF2B5EF4-FFF2-40B4-BE49-F238E27FC236}">
                <a16:creationId xmlns:a16="http://schemas.microsoft.com/office/drawing/2014/main" id="{6ADC5B42-6372-215E-5A77-EC30BE23C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4343" y="1411910"/>
            <a:ext cx="3153215" cy="1905000"/>
          </a:xfrm>
          <a:prstGeom prst="rect">
            <a:avLst/>
          </a:prstGeom>
        </p:spPr>
      </p:pic>
      <p:pic>
        <p:nvPicPr>
          <p:cNvPr id="7" name="Picture 6" descr="Screenshot exam AZ-400.">
            <a:extLst>
              <a:ext uri="{FF2B5EF4-FFF2-40B4-BE49-F238E27FC236}">
                <a16:creationId xmlns:a16="http://schemas.microsoft.com/office/drawing/2014/main" id="{82F59A5D-CE34-D2EB-CD80-CDBB2B66AD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8885" y="3473127"/>
            <a:ext cx="3148673" cy="1748264"/>
          </a:xfrm>
          <a:prstGeom prst="rect">
            <a:avLst/>
          </a:prstGeom>
        </p:spPr>
      </p:pic>
      <p:pic>
        <p:nvPicPr>
          <p:cNvPr id="8" name="Picture 7" descr="Screenshot exam AZ-500.">
            <a:extLst>
              <a:ext uri="{FF2B5EF4-FFF2-40B4-BE49-F238E27FC236}">
                <a16:creationId xmlns:a16="http://schemas.microsoft.com/office/drawing/2014/main" id="{7C234D83-114A-D08A-30C4-D6B49F8E8B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470" y="1411264"/>
            <a:ext cx="3153215" cy="1890997"/>
          </a:xfrm>
          <a:prstGeom prst="rect">
            <a:avLst/>
          </a:prstGeom>
        </p:spPr>
      </p:pic>
      <p:pic>
        <p:nvPicPr>
          <p:cNvPr id="11" name="Picture 10" descr="Screenshot exam AI-102.">
            <a:extLst>
              <a:ext uri="{FF2B5EF4-FFF2-40B4-BE49-F238E27FC236}">
                <a16:creationId xmlns:a16="http://schemas.microsoft.com/office/drawing/2014/main" id="{1D9336C4-0CCB-A44B-3149-96000E9AE4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0569" y="3473127"/>
            <a:ext cx="3134116" cy="173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1543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1160"/>
  <p:tag name="AS_RELEASE_DATE" val="2023.06.30"/>
  <p:tag name="AS_TITLE" val="Aspose.Slides for Java"/>
  <p:tag name="AS_VERSION" val="23.6.1"/>
</p:tagLst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Segoe UI Semibold"/>
        <a:cs typeface="Arial"/>
      </a:majorFont>
      <a:minorFont>
        <a:latin typeface="Segoe UI"/>
        <a:ea typeface="Segoe UI"/>
        <a:cs typeface="Arial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</Words>
  <Application>Microsoft Office PowerPoint</Application>
  <PresentationFormat>Widescreen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Segoe UI</vt:lpstr>
      <vt:lpstr>Segoe UI Semibold</vt:lpstr>
      <vt:lpstr>Segoe UI Symbol</vt:lpstr>
      <vt:lpstr>Wingdings</vt:lpstr>
      <vt:lpstr>LIGHT MODE</vt:lpstr>
      <vt:lpstr>AZ-305T00A Diseño de soluciones de infraestructura de Microsoft Azure</vt:lpstr>
      <vt:lpstr>Gracias por asistir a este curso.</vt:lpstr>
      <vt:lpstr>¿Qué podría ser lo siguiente en tu recorrido de aprendizaje?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2025-01-12T14:14:43Z</dcterms:created>
  <dcterms:modified xsi:type="dcterms:W3CDTF">2025-09-17T07:57:57Z</dcterms:modified>
</cp:coreProperties>
</file>